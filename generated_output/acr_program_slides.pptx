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3C5FD"/>
                </a:solidFill>
              </a:rPr>
              <a:t>АКАДЕМИЯ ЦИФРОВОГО РАЗВИТИЯ · МАГАС 2026</a:t>
            </a:r>
          </a:p>
          <a:p>
            <a:pPr>
              <a:spcBef>
                <a:spcPts val="1200"/>
              </a:spcBef>
            </a:pPr>
            <a:r>
              <a:rPr sz="3600" b="1">
                <a:solidFill>
                  <a:srgbClr val="F8FAFC"/>
                </a:solidFill>
              </a:rPr>
              <a:t>Искусственный интеллект в работе учителя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CBD5E1"/>
                </a:solidFill>
              </a:rPr>
              <a:t>Комплект визуальных материалов для лекций · Объем курса: 36 ак. ч.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ТЕМА 1.1 · ПЛАН ЛЕКЦИИ (3 АК. Ч.)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sz="2800" b="1">
                <a:solidFill>
                  <a:srgbClr val="0F172A"/>
                </a:solidFill>
              </a:rPr>
              <a:t>Отечественные нейросети в образовании: возможности GigaChat, YandexGPT и Сферум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1. Российские нейросети для педагога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2. Формула эффективного промпта без программирования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</a:rPr>
              <a:t>ТЕМА 1.1 · ОТЕЧЕСТВЕННЫЕ НЕЙРОСЕТИ В ОБРАЗОВАНИИ: ВОЗМОЖНОСТИ GIGACHAT, YANDEXGPT И СФЕРУМ</a:t>
            </a:r>
          </a:p>
          <a:p>
            <a:pPr>
              <a:spcBef>
                <a:spcPts val="600"/>
              </a:spcBef>
              <a:spcAft>
                <a:spcPts val="1600"/>
              </a:spcAft>
            </a:pPr>
            <a:r>
              <a:rPr sz="2800" b="1">
                <a:solidFill>
                  <a:srgbClr val="0F172A"/>
                </a:solidFill>
              </a:rPr>
              <a:t>ИИ-помощник учителя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GigaChat и YandexGPT для подготовки к уроку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Kandinsky и Шедеврум для наглядных иллюстраций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ТЕМА 1.2 · ПЛАН ЛЕКЦИИ (3 АК. Ч.)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sz="2800" b="1">
                <a:solidFill>
                  <a:srgbClr val="0F172A"/>
                </a:solidFill>
              </a:rPr>
              <a:t>Риски, этика и правила безопасного использования ИИ в работе с детьми и защиты персональных данных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1. Защита персональных данных учеников (152-ФЗ)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2. Проверка фактов и этика использования 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</a:rPr>
              <a:t>ТЕМА 1.2 · РИСКИ, ЭТИКА И ПРАВИЛА БЕЗОПАСНОГО ИСПОЛЬЗОВАНИЯ ИИ В РАБОТЕ С ДЕТЬМИ И ЗАЩИТЫ ПЕРСОНАЛЬНЫХ ДАННЫХ</a:t>
            </a:r>
          </a:p>
          <a:p>
            <a:pPr>
              <a:spcBef>
                <a:spcPts val="600"/>
              </a:spcBef>
              <a:spcAft>
                <a:spcPts val="1600"/>
              </a:spcAft>
            </a:pPr>
            <a:r>
              <a:rPr sz="2800" b="1">
                <a:solidFill>
                  <a:srgbClr val="0F172A"/>
                </a:solidFill>
              </a:rPr>
              <a:t>Безопасность и этика ИИ в школе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Никогда не вводите ФИО и данные детей в промпт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Всегда проверяйте факты и даты за нейросетью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</a:rPr>
              <a:t>Вопросы и обсуждение практических заданий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