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</a:rPr>
              <a:t>АКАДЕМИЯ ЦИФРОВОГО РАЗВИТИЯ · МАГАС 2026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8FAFC"/>
                </a:solidFill>
              </a:rPr>
              <a:t>Основы практической кибербезопасности и защиты автоматизированных систем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BD5E1"/>
                </a:solidFill>
              </a:rPr>
              <a:t>Комплект визуальных материалов для лекций · Объем курса: 72 ак. 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1.1 · ПЛАН ЛЕКЦИИ (4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Ландшафт угроз ИБ, модель нарушителя и основы нормативного регулирования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Модель угроз и типовые уязвимости ИС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Роль младшего специалиста ИБ (Junior Security Analyst / SOC L1)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1.1 · ЛАНДШАФТ УГРОЗ ИБ, МОДЕЛЬ НАРУШИТЕЛЯ И ОСНОВЫ НОРМАТИВНОГО РЕГУЛИРОВАНИЯ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Введение в практическую ИБ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Базовые задачи контроля защищенности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Регламент работы со стендом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Вопросы и обсуждение практических заданий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