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3C5FD"/>
                </a:solidFill>
              </a:rPr>
              <a:t>АКАДЕМИЯ ЦИФРОВОГО РАЗВИТИЯ · МАГАС 2026</a:t>
            </a:r>
          </a:p>
          <a:p>
            <a:pPr>
              <a:spcBef>
                <a:spcPts val="1200"/>
              </a:spcBef>
            </a:pPr>
            <a:r>
              <a:rPr sz="3600" b="1">
                <a:solidFill>
                  <a:srgbClr val="F8FAFC"/>
                </a:solidFill>
              </a:rPr>
              <a:t>DevOps-инженер от Linux до CI/CD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CBD5E1"/>
                </a:solidFill>
              </a:rPr>
              <a:t>Комплект визуальных материалов для лекций · Объем курса: 256 ак. ч.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</a:rPr>
              <a:t>Вопросы и обсуждение практических заданий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