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93C5FD"/>
                </a:solidFill>
              </a:rPr>
              <a:t>АКАДЕМИЯ ЦИФРОВОГО РАЗВИТИЯ · МАГАС 2026</a:t>
            </a:r>
          </a:p>
          <a:p>
            <a:pPr>
              <a:spcBef>
                <a:spcPts val="1200"/>
              </a:spcBef>
            </a:pPr>
            <a:r>
              <a:rPr sz="3600" b="1">
                <a:solidFill>
                  <a:srgbClr val="F8FAFC"/>
                </a:solidFill>
              </a:rPr>
              <a:t>Первые шаги в Python</a:t>
            </a:r>
          </a:p>
          <a:p>
            <a:pPr>
              <a:spcBef>
                <a:spcPts val="1400"/>
              </a:spcBef>
            </a:pPr>
            <a:r>
              <a:rPr sz="1800">
                <a:solidFill>
                  <a:srgbClr val="CBD5E1"/>
                </a:solidFill>
              </a:rPr>
              <a:t>Комплект визуальных материалов для лекций · Объем курса: 16 ак. ч.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563EB"/>
                </a:solidFill>
              </a:rPr>
              <a:t>ТЕМА 1.1 · ПЛАН ЛЕКЦИИ (2 АК. Ч.)</a:t>
            </a:r>
          </a:p>
          <a:p>
            <a:pPr>
              <a:spcBef>
                <a:spcPts val="600"/>
              </a:spcBef>
              <a:spcAft>
                <a:spcPts val="1800"/>
              </a:spcAft>
            </a:pPr>
            <a:r>
              <a:rPr sz="2800" b="1">
                <a:solidFill>
                  <a:srgbClr val="0F172A"/>
                </a:solidFill>
              </a:rPr>
              <a:t>Знакомство с Python: переменные, ввод-вывод и типы данных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4155"/>
                </a:solidFill>
              </a:rPr>
              <a:t>1. Что такое язык программирования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4155"/>
                </a:solidFill>
              </a:rPr>
              <a:t>2. Переменные и типы данных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563EB"/>
                </a:solidFill>
              </a:rPr>
              <a:t>ТЕМА 1.1 · ЗНАКОМСТВО С PYTHON: ПЕРЕМЕННЫЕ, ВВОД-ВЫВОД И ТИПЫ ДАННЫХ</a:t>
            </a:r>
          </a:p>
          <a:p>
            <a:pPr>
              <a:spcBef>
                <a:spcPts val="600"/>
              </a:spcBef>
              <a:spcAft>
                <a:spcPts val="1600"/>
              </a:spcAft>
            </a:pPr>
            <a:r>
              <a:rPr sz="2800" b="1">
                <a:solidFill>
                  <a:srgbClr val="0F172A"/>
                </a:solidFill>
              </a:rPr>
              <a:t>Первые шаги в Python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4155"/>
                </a:solidFill>
              </a:rPr>
              <a:t>•  Переменная как коробка для данных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563EB"/>
                </a:solidFill>
              </a:rPr>
              <a:t>ТЕМА 1.2 · ПЛАН ЛЕКЦИИ (2 АК. Ч.)</a:t>
            </a:r>
          </a:p>
          <a:p>
            <a:pPr>
              <a:spcBef>
                <a:spcPts val="600"/>
              </a:spcBef>
              <a:spcAft>
                <a:spcPts val="1800"/>
              </a:spcAft>
            </a:pPr>
            <a:r>
              <a:rPr sz="2800" b="1">
                <a:solidFill>
                  <a:srgbClr val="0F172A"/>
                </a:solidFill>
              </a:rPr>
              <a:t>Логика программы: условия if-else и циклы while/for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4155"/>
                </a:solidFill>
              </a:rPr>
              <a:t>1. Условный оператор if-else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4155"/>
                </a:solidFill>
              </a:rPr>
              <a:t>2. Циклы while и for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563EB"/>
                </a:solidFill>
              </a:rPr>
              <a:t>ТЕМА 1.2 · ЛОГИКА ПРОГРАММЫ: УСЛОВИЯ IF-ELSE И ЦИКЛЫ WHILE/FOR</a:t>
            </a:r>
          </a:p>
          <a:p>
            <a:pPr>
              <a:spcBef>
                <a:spcPts val="600"/>
              </a:spcBef>
              <a:spcAft>
                <a:spcPts val="1600"/>
              </a:spcAft>
            </a:pPr>
            <a:r>
              <a:rPr sz="2800" b="1">
                <a:solidFill>
                  <a:srgbClr val="0F172A"/>
                </a:solidFill>
              </a:rPr>
              <a:t>Условия и циклы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4155"/>
                </a:solidFill>
              </a:rPr>
              <a:t>•  Как научить программу принимать решения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8FAFC"/>
                </a:solidFill>
              </a:rPr>
              <a:t>Вопросы и обсуждение практических заданий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